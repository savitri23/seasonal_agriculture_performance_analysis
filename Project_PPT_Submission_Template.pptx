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8" y="3583914"/>
            <a:ext cx="5177713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Student Name:-Savitri Indi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>
                <a:solidFill>
                  <a:schemeClr val="tx1"/>
                </a:solidFill>
              </a:rPr>
              <a:t>      College Name- KLE Technological University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9454681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651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b="1" dirty="0"/>
              <a:t>STU6a69d2d55ea871785320149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IN" sz="2800" dirty="0"/>
              <a:t>Agricultural activities are influenced by seasonal variations in environmental conditions, farming practices, resource availability, and market conditions. As a result, agricultural performance can vary from one season to another.</a:t>
            </a:r>
          </a:p>
          <a:p>
            <a:r>
              <a:rPr lang="en-IN" sz="2800" dirty="0"/>
              <a:t>The available agricultural data contains useful information, but the seasonal patterns and relationships are not easily understood from raw data.</a:t>
            </a:r>
          </a:p>
          <a:p>
            <a:r>
              <a:rPr lang="en-IN" sz="2800" dirty="0"/>
              <a:t>The main problem is to </a:t>
            </a:r>
            <a:r>
              <a:rPr lang="en-IN" sz="2800" dirty="0" err="1"/>
              <a:t>analyze</a:t>
            </a:r>
            <a:r>
              <a:rPr lang="en-IN" sz="2800" dirty="0"/>
              <a:t> agricultural data and identify meaningful seasonal patterns, trends, relationships, and variations in agricultural performance. 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042ADB-1189-DC24-FE01-027CB3DEB183}"/>
              </a:ext>
            </a:extLst>
          </p:cNvPr>
          <p:cNvSpPr txBox="1"/>
          <p:nvPr/>
        </p:nvSpPr>
        <p:spPr>
          <a:xfrm>
            <a:off x="801965" y="1993761"/>
            <a:ext cx="70730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Seasonal Agriculture Performance Analysis</a:t>
            </a:r>
            <a:r>
              <a:rPr lang="en-IN" dirty="0"/>
              <a:t> project focuses on </a:t>
            </a:r>
            <a:r>
              <a:rPr lang="en-IN" dirty="0" err="1"/>
              <a:t>analyzing</a:t>
            </a:r>
            <a:r>
              <a:rPr lang="en-IN" dirty="0"/>
              <a:t> agricultural data to understand how agricultural performance changes across different seasons.</a:t>
            </a:r>
          </a:p>
          <a:p>
            <a:endParaRPr lang="en-IN" dirty="0"/>
          </a:p>
          <a:p>
            <a:r>
              <a:rPr lang="en-IN" dirty="0"/>
              <a:t>The project involves: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Collecting and loading the agricultural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Cleaning and preparing the data for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Performing exploratory data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Comparing agricultural performance across seasons.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Identifying important patterns and trends.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Studying relationships between different agricultural factors.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Creating visualizations to present the findings clearly.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Using data-driven insights to understand seasonal agricultural performance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Farmers</a:t>
            </a:r>
            <a:r>
              <a:rPr lang="en-IN" sz="3600" dirty="0"/>
              <a:t> – to understand seasonal agricultural performance and make better farming decisions.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Agricultural Researchers</a:t>
            </a:r>
            <a:r>
              <a:rPr lang="en-IN" sz="3600" dirty="0"/>
              <a:t> – to study seasonal trends and relationships in agricultural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Agricultural Officers</a:t>
            </a:r>
            <a:r>
              <a:rPr lang="en-IN" sz="3600" dirty="0"/>
              <a:t> – to support planning and decision-making.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Government and Policy Makers</a:t>
            </a:r>
            <a:r>
              <a:rPr lang="en-IN" sz="3600" dirty="0"/>
              <a:t> – to understand agricultural patterns for better policies.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Agribusiness Organizations</a:t>
            </a:r>
            <a:r>
              <a:rPr lang="en-IN" sz="3600" dirty="0"/>
              <a:t> – to </a:t>
            </a:r>
            <a:r>
              <a:rPr lang="en-IN" sz="3600" dirty="0" err="1"/>
              <a:t>analyze</a:t>
            </a:r>
            <a:r>
              <a:rPr lang="en-IN" sz="3600" dirty="0"/>
              <a:t> seasonal performance and support business planning.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Students and Data Analysts</a:t>
            </a:r>
            <a:r>
              <a:rPr lang="en-IN" sz="3600" dirty="0"/>
              <a:t> – to study and visualize agricultural data.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 fontScale="47500" lnSpcReduction="20000"/>
          </a:bodyPr>
          <a:lstStyle/>
          <a:p>
            <a:r>
              <a:rPr lang="en-IN" sz="2200" b="1" dirty="0"/>
              <a:t>Programming Language</a:t>
            </a:r>
            <a:endParaRPr lang="en-IN" sz="2200" dirty="0"/>
          </a:p>
          <a:p>
            <a:pPr marL="0" lvl="0" indent="0">
              <a:buNone/>
            </a:pPr>
            <a:r>
              <a:rPr lang="en-IN" sz="2200" dirty="0"/>
              <a:t>	Python </a:t>
            </a:r>
          </a:p>
          <a:p>
            <a:r>
              <a:rPr lang="en-IN" sz="2200" b="1" dirty="0"/>
              <a:t>Libraries</a:t>
            </a:r>
            <a:endParaRPr lang="en-IN" sz="2200" dirty="0"/>
          </a:p>
          <a:p>
            <a:pPr marL="0" lvl="0" indent="0">
              <a:buNone/>
            </a:pPr>
            <a:r>
              <a:rPr lang="en-IN" sz="2200" b="1" dirty="0"/>
              <a:t>	Pandas</a:t>
            </a:r>
            <a:r>
              <a:rPr lang="en-IN" sz="2200" dirty="0"/>
              <a:t> – Data loading, cleaning, grouping, aggregation, and analysis </a:t>
            </a:r>
          </a:p>
          <a:p>
            <a:pPr marL="0" lvl="0" indent="0">
              <a:buNone/>
            </a:pPr>
            <a:r>
              <a:rPr lang="en-IN" sz="2200" b="1" dirty="0"/>
              <a:t>	NumPy</a:t>
            </a:r>
            <a:r>
              <a:rPr lang="en-IN" sz="2200" dirty="0"/>
              <a:t> – Numerical operations and calculations </a:t>
            </a:r>
          </a:p>
          <a:p>
            <a:pPr marL="0" lvl="0" indent="0">
              <a:buNone/>
            </a:pPr>
            <a:r>
              <a:rPr lang="en-IN" sz="2200" b="1" dirty="0"/>
              <a:t>	Matplotlib</a:t>
            </a:r>
            <a:r>
              <a:rPr lang="en-IN" sz="2200" dirty="0"/>
              <a:t> – Creating bar charts and other visualizations </a:t>
            </a:r>
          </a:p>
          <a:p>
            <a:pPr marL="0" lvl="0" indent="0">
              <a:buNone/>
            </a:pPr>
            <a:r>
              <a:rPr lang="en-IN" sz="2200" b="1" dirty="0"/>
              <a:t>	Seaborn</a:t>
            </a:r>
            <a:r>
              <a:rPr lang="en-IN" sz="2200" dirty="0"/>
              <a:t> – Scatter plots, box plots, and heatmaps </a:t>
            </a:r>
          </a:p>
          <a:p>
            <a:r>
              <a:rPr lang="en-IN" sz="2200" b="1" dirty="0"/>
              <a:t>Development Environment</a:t>
            </a:r>
            <a:endParaRPr lang="en-IN" sz="2200" dirty="0"/>
          </a:p>
          <a:p>
            <a:pPr marL="0" lvl="0" indent="0">
              <a:buNone/>
            </a:pPr>
            <a:r>
              <a:rPr lang="en-IN" sz="2200" dirty="0"/>
              <a:t>	Jupyter Notebook / Google </a:t>
            </a:r>
            <a:r>
              <a:rPr lang="en-IN" sz="2200" dirty="0" err="1"/>
              <a:t>Colab</a:t>
            </a:r>
            <a:r>
              <a:rPr lang="en-IN" sz="2200" dirty="0"/>
              <a:t> </a:t>
            </a:r>
          </a:p>
          <a:p>
            <a:r>
              <a:rPr lang="en-IN" sz="2200" b="1" dirty="0"/>
              <a:t>Dataset</a:t>
            </a:r>
            <a:endParaRPr lang="en-IN" sz="2200" dirty="0"/>
          </a:p>
          <a:p>
            <a:pPr marL="0" lvl="0" indent="0">
              <a:buNone/>
            </a:pPr>
            <a:r>
              <a:rPr lang="en-IN" sz="2200" dirty="0"/>
              <a:t>	Seasonal Agriculture Performance Dataset </a:t>
            </a:r>
          </a:p>
          <a:p>
            <a:r>
              <a:rPr lang="en-IN" sz="2200" b="1" dirty="0"/>
              <a:t>Visualization Techniques Used</a:t>
            </a:r>
            <a:endParaRPr lang="en-IN" sz="2200" dirty="0"/>
          </a:p>
          <a:p>
            <a:pPr marL="0" lvl="0" indent="0">
              <a:buNone/>
            </a:pPr>
            <a:r>
              <a:rPr lang="en-IN" sz="2200" b="1" dirty="0"/>
              <a:t>	Bar Charts</a:t>
            </a:r>
            <a:r>
              <a:rPr lang="en-IN" sz="2200" dirty="0"/>
              <a:t> – Compare yield, profit, rainfall, water usage, etc. across seasons </a:t>
            </a:r>
          </a:p>
          <a:p>
            <a:pPr marL="0" lvl="0" indent="0">
              <a:buNone/>
            </a:pPr>
            <a:r>
              <a:rPr lang="en-IN" sz="2200" b="1" dirty="0"/>
              <a:t>	Scatter Plots</a:t>
            </a:r>
            <a:r>
              <a:rPr lang="en-IN" sz="2200" dirty="0"/>
              <a:t> – </a:t>
            </a:r>
            <a:r>
              <a:rPr lang="en-IN" sz="2200" dirty="0" err="1"/>
              <a:t>Analyze</a:t>
            </a:r>
            <a:r>
              <a:rPr lang="en-IN" sz="2200" dirty="0"/>
              <a:t> relationships such as rainfall vs. yield and temperature vs. yield </a:t>
            </a:r>
          </a:p>
          <a:p>
            <a:pPr marL="0" lvl="0" indent="0">
              <a:buNone/>
            </a:pPr>
            <a:r>
              <a:rPr lang="en-IN" sz="2200" b="1" dirty="0"/>
              <a:t>	Box Plots</a:t>
            </a:r>
            <a:r>
              <a:rPr lang="en-IN" sz="2200" dirty="0"/>
              <a:t> – </a:t>
            </a:r>
            <a:r>
              <a:rPr lang="en-IN" sz="2200" dirty="0" err="1"/>
              <a:t>Analyze</a:t>
            </a:r>
            <a:r>
              <a:rPr lang="en-IN" sz="2200" dirty="0"/>
              <a:t> the distribution of water usage across seasons </a:t>
            </a:r>
          </a:p>
          <a:p>
            <a:pPr marL="0" lvl="0" indent="0">
              <a:buNone/>
            </a:pPr>
            <a:r>
              <a:rPr lang="en-IN" sz="2200" b="1" dirty="0"/>
              <a:t>	Heatmap</a:t>
            </a:r>
            <a:r>
              <a:rPr lang="en-IN" sz="2200" dirty="0"/>
              <a:t> – </a:t>
            </a:r>
            <a:r>
              <a:rPr lang="en-IN" sz="2200" dirty="0" err="1"/>
              <a:t>Analyze</a:t>
            </a:r>
            <a:r>
              <a:rPr lang="en-IN" sz="2200" dirty="0"/>
              <a:t> correlations between agricultural variables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97FCA3-6166-59F7-9151-6AC743A7F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573368"/>
            <a:ext cx="7404353" cy="415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8F2D74-3418-A1CB-5439-313E26A26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12" y="1550507"/>
            <a:ext cx="7426447" cy="403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81C4F7-37CC-09DA-6DE1-170F2F578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8" y="1340939"/>
            <a:ext cx="8337414" cy="449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DDF6BD-65F3-C994-2398-EA3340AF4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1"/>
            <a:ext cx="8309423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675C3D-1E7D-EF69-8E7C-C33AB23A3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59" y="1485731"/>
            <a:ext cx="8481527" cy="424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B48A81-0E94-E23C-3BE4-CA44F9EA4DD6}"/>
              </a:ext>
            </a:extLst>
          </p:cNvPr>
          <p:cNvSpPr txBox="1"/>
          <p:nvPr/>
        </p:nvSpPr>
        <p:spPr>
          <a:xfrm>
            <a:off x="821095" y="1446245"/>
            <a:ext cx="72125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Develop an interactive agricultural dashboard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Add real-time weather information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Include real-time market prices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Develop crop recommendation features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Predict crop yield using Machine Learning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Predict seasonal profitability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Add more geographical regions and historical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Develop early-warning systems for disease and pest risk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 personalized recommendations for farmers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486A0B-EF8E-9DAF-679D-8AD89B200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88" y="1642188"/>
            <a:ext cx="6478689" cy="432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978090"/>
            <a:ext cx="11340000" cy="299512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1397</TotalTime>
  <Words>458</Words>
  <Application>Microsoft Office PowerPoint</Application>
  <PresentationFormat>Widescreen</PresentationFormat>
  <Paragraphs>65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–Seasonal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Shravan SI</cp:lastModifiedBy>
  <cp:revision>99</cp:revision>
  <dcterms:created xsi:type="dcterms:W3CDTF">2021-07-11T13:13:15Z</dcterms:created>
  <dcterms:modified xsi:type="dcterms:W3CDTF">2026-09-14T16:29:43Z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